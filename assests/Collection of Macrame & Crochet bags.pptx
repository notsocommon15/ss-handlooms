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1" r:id="rId5"/>
    <p:sldId id="263" r:id="rId6"/>
    <p:sldId id="264" r:id="rId7"/>
    <p:sldId id="266" r:id="rId8"/>
    <p:sldId id="267" r:id="rId9"/>
    <p:sldId id="271" r:id="rId10"/>
    <p:sldId id="273" r:id="rId11"/>
    <p:sldId id="277" r:id="rId12"/>
    <p:sldId id="280" r:id="rId13"/>
    <p:sldId id="281" r:id="rId14"/>
    <p:sldId id="282" r:id="rId15"/>
    <p:sldId id="285" r:id="rId16"/>
    <p:sldId id="287" r:id="rId17"/>
    <p:sldId id="311" r:id="rId18"/>
    <p:sldId id="291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3" r:id="rId29"/>
    <p:sldId id="305" r:id="rId30"/>
    <p:sldId id="306" r:id="rId31"/>
  </p:sldIdLst>
  <p:sldSz cx="9144000" cy="6858000" type="screen4x3"/>
  <p:notesSz cx="6858000" cy="9144000"/>
  <p:photoAlbum showCaptions="1" layout="2pic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36" y="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2933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2925286"/>
            <a:ext cx="9144000" cy="15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514600" y="2362200"/>
            <a:ext cx="4114800" cy="112776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 smtClean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5400" y="3045460"/>
            <a:ext cx="4013200" cy="428625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600" b="0" i="0" cap="none" spc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565400" y="2397760"/>
            <a:ext cx="4013200" cy="599440"/>
          </a:xfrm>
          <a:noFill/>
          <a:ln>
            <a:noFill/>
          </a:ln>
        </p:spPr>
        <p:txBody>
          <a:bodyPr bIns="0" anchor="b"/>
          <a:lstStyle>
            <a:lvl1pPr>
              <a:defRPr>
                <a:effectLst>
                  <a:glow rad="88900">
                    <a:schemeClr val="tx1">
                      <a:alpha val="60000"/>
                    </a:schemeClr>
                  </a:glo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29023ECA-A0F2-4368-AEE7-B23F22609E12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AE958A-9DE4-49F2-B137-E6D965487A9C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457200" y="2020824"/>
            <a:ext cx="8229600" cy="40751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9023ECA-A0F2-4368-AEE7-B23F22609E12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7AE958A-9DE4-49F2-B137-E6D965487A9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922776"/>
            <a:ext cx="9144000" cy="2935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3921760"/>
            <a:ext cx="9144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514600" y="3368040"/>
            <a:ext cx="4114800" cy="112776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 smtClean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black">
          <a:xfrm>
            <a:off x="2529052" y="3367246"/>
            <a:ext cx="4085897" cy="706821"/>
          </a:xfrm>
          <a:prstGeom prst="rect">
            <a:avLst/>
          </a:prstGeom>
          <a:noFill/>
          <a:ln w="98425" cmpd="thinThick">
            <a:noFill/>
            <a:miter lim="800000"/>
          </a:ln>
        </p:spPr>
        <p:txBody>
          <a:bodyPr vert="horz" lIns="91440" tIns="45720" rIns="91440" bIns="0" rtlCol="0" anchor="b" anchorCtr="0">
            <a:normAutofit/>
          </a:bodyPr>
          <a:lstStyle>
            <a:lvl1pPr>
              <a:defRPr kumimoji="0" lang="en-US" sz="1800" b="1" i="0" u="none" strike="noStrike" kern="1200" cap="all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Tunga" pitchFamily="2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 bwMode="black">
          <a:xfrm>
            <a:off x="2518542" y="4084577"/>
            <a:ext cx="4106917" cy="397094"/>
          </a:xfrm>
        </p:spPr>
        <p:txBody>
          <a:bodyPr tIns="0" anchor="t" anchorCtr="0">
            <a:normAutofit/>
          </a:bodyPr>
          <a:lstStyle>
            <a:lvl1pPr marL="0" indent="0" algn="ctr">
              <a:buNone/>
              <a:def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Tahom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23ECA-A0F2-4368-AEE7-B23F22609E12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AE958A-9DE4-49F2-B137-E6D965487A9C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3"/>
          </p:nvPr>
        </p:nvSpPr>
        <p:spPr>
          <a:xfrm>
            <a:off x="457201" y="2020824"/>
            <a:ext cx="4023360" cy="40050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30"/>
          <p:cNvSpPr>
            <a:spLocks noGrp="1"/>
          </p:cNvSpPr>
          <p:nvPr>
            <p:ph sz="quarter" idx="14"/>
          </p:nvPr>
        </p:nvSpPr>
        <p:spPr>
          <a:xfrm>
            <a:off x="4663440" y="2020824"/>
            <a:ext cx="4023360" cy="40050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9023ECA-A0F2-4368-AEE7-B23F22609E12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7AE958A-9DE4-49F2-B137-E6D965487A9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30"/>
          <p:cNvSpPr>
            <a:spLocks noGrp="1"/>
          </p:cNvSpPr>
          <p:nvPr>
            <p:ph sz="quarter" idx="13"/>
          </p:nvPr>
        </p:nvSpPr>
        <p:spPr>
          <a:xfrm>
            <a:off x="457201" y="2819400"/>
            <a:ext cx="4023360" cy="320954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4" name="Content Placeholder 30"/>
          <p:cNvSpPr>
            <a:spLocks noGrp="1"/>
          </p:cNvSpPr>
          <p:nvPr>
            <p:ph sz="quarter" idx="14"/>
          </p:nvPr>
        </p:nvSpPr>
        <p:spPr>
          <a:xfrm>
            <a:off x="4663440" y="2816352"/>
            <a:ext cx="4023360" cy="320954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20824"/>
            <a:ext cx="4023360" cy="704088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kern="1200" cap="none" spc="200" baseline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5"/>
          </p:nvPr>
        </p:nvSpPr>
        <p:spPr>
          <a:xfrm>
            <a:off x="4663440" y="2020824"/>
            <a:ext cx="4023360" cy="704088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i="0" kern="1200" cap="none" spc="200" baseline="0" dirty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9023ECA-A0F2-4368-AEE7-B23F22609E12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7AE958A-9DE4-49F2-B137-E6D965487A9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23ECA-A0F2-4368-AEE7-B23F22609E12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AE958A-9DE4-49F2-B137-E6D965487A9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23ECA-A0F2-4368-AEE7-B23F22609E12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AE958A-9DE4-49F2-B137-E6D965487A9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4"/>
          </p:nvPr>
        </p:nvSpPr>
        <p:spPr>
          <a:xfrm>
            <a:off x="1485900" y="1914525"/>
            <a:ext cx="6172200" cy="351091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7360" y="5513832"/>
            <a:ext cx="5669280" cy="548640"/>
          </a:xfrm>
        </p:spPr>
        <p:txBody>
          <a:bodyPr vert="horz" lIns="91440" tIns="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itchFamily="34" charset="0"/>
              <a:buNone/>
              <a:defRPr lang="en-US" sz="1400" b="0" i="0" kern="1200" cap="none" spc="0" baseline="0" smtClean="0">
                <a:solidFill>
                  <a:schemeClr val="tx1"/>
                </a:solidFill>
                <a:latin typeface="+mn-lt"/>
                <a:ea typeface="+mn-ea"/>
                <a:cs typeface="Tahom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9023ECA-A0F2-4368-AEE7-B23F22609E12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7AE958A-9DE4-49F2-B137-E6D965487A9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52209" y="2026918"/>
            <a:ext cx="5439582" cy="3263750"/>
          </a:xfrm>
          <a:solidFill>
            <a:schemeClr val="tx1"/>
          </a:solidFill>
          <a:ln w="69850" cmpd="dbl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0" kern="1200" cap="none" spc="0" baseline="0" dirty="0">
                <a:solidFill>
                  <a:schemeClr val="bg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1737360" y="5516880"/>
            <a:ext cx="5669280" cy="548640"/>
          </a:xfrm>
        </p:spPr>
        <p:txBody>
          <a:bodyPr vert="horz" lIns="91440" tIns="0" rIns="9144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1400" b="0" i="0" kern="1200" cap="none" spc="30" baseline="0" smtClean="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1pPr>
            <a:lvl2pPr marL="171450" indent="1588">
              <a:buNone/>
              <a:defRPr>
                <a:solidFill>
                  <a:schemeClr val="bg2"/>
                </a:solidFill>
              </a:defRPr>
            </a:lvl2pPr>
            <a:lvl3pPr marL="344488" indent="6350">
              <a:buNone/>
              <a:defRPr>
                <a:solidFill>
                  <a:schemeClr val="bg2"/>
                </a:solidFill>
              </a:defRPr>
            </a:lvl3pPr>
            <a:lvl4pPr marL="515938" indent="3175">
              <a:buNone/>
              <a:defRPr>
                <a:solidFill>
                  <a:schemeClr val="bg2"/>
                </a:solidFill>
              </a:defRPr>
            </a:lvl4pPr>
            <a:lvl5pPr marL="688975" indent="-1588">
              <a:buNone/>
              <a:defRPr>
                <a:solidFill>
                  <a:schemeClr val="bg2"/>
                </a:solidFill>
              </a:defRPr>
            </a:lvl5pPr>
          </a:lstStyle>
          <a:p>
            <a:pPr marL="0" lvl="0" indent="0" algn="ctr" defTabSz="9144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>
          <a:xfrm>
            <a:off x="2981325" y="273180"/>
            <a:ext cx="3181350" cy="292100"/>
          </a:xfrm>
        </p:spPr>
        <p:txBody>
          <a:bodyPr/>
          <a:lstStyle/>
          <a:p>
            <a:fld id="{29023ECA-A0F2-4368-AEE7-B23F22609E12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>
          <a:xfrm>
            <a:off x="4038600" y="6172200"/>
            <a:ext cx="1066800" cy="304800"/>
          </a:xfrm>
        </p:spPr>
        <p:txBody>
          <a:bodyPr/>
          <a:lstStyle/>
          <a:p>
            <a:fld id="{17AE958A-9DE4-49F2-B137-E6D965487A9C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6"/>
          </p:nvPr>
        </p:nvSpPr>
        <p:spPr>
          <a:xfrm>
            <a:off x="1447800" y="6486525"/>
            <a:ext cx="6248400" cy="2921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23ECA-A0F2-4368-AEE7-B23F22609E12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E958A-9DE4-49F2-B137-E6D965487A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rot="5400000">
            <a:off x="4267200" y="3429000"/>
            <a:ext cx="6858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 bwMode="hidden">
          <a:xfrm>
            <a:off x="0" y="1"/>
            <a:ext cx="7696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629400" cy="5029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23ECA-A0F2-4368-AEE7-B23F22609E12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E958A-9DE4-49F2-B137-E6D965487A9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9000" y="914401"/>
            <a:ext cx="926980" cy="5029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hidden">
          <a:xfrm>
            <a:off x="0" y="1335973"/>
            <a:ext cx="9144000" cy="5522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19301"/>
            <a:ext cx="8229600" cy="4117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81325" y="273180"/>
            <a:ext cx="318135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cap="all" spc="300" baseline="0">
                <a:solidFill>
                  <a:schemeClr val="tx1"/>
                </a:solidFill>
              </a:defRPr>
            </a:lvl1pPr>
          </a:lstStyle>
          <a:p>
            <a:fld id="{29023ECA-A0F2-4368-AEE7-B23F22609E12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7800" y="6486525"/>
            <a:ext cx="624840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100" b="0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38600" y="6172200"/>
            <a:ext cx="1066800" cy="3048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rm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17AE958A-9DE4-49F2-B137-E6D965487A9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1331436"/>
            <a:ext cx="9144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ts val="400"/>
        </a:spcBef>
        <a:buNone/>
        <a:defRPr sz="1800" b="1" kern="1200" cap="all" spc="0" baseline="0">
          <a:solidFill>
            <a:schemeClr val="bg1">
              <a:lumMod val="75000"/>
              <a:lumOff val="25000"/>
            </a:schemeClr>
          </a:solidFill>
          <a:effectLst/>
          <a:latin typeface="+mj-lt"/>
          <a:ea typeface="+mj-ea"/>
          <a:cs typeface="Tunga" pitchFamily="2"/>
        </a:defRPr>
      </a:lvl1pPr>
    </p:titleStyle>
    <p:bodyStyle>
      <a:lvl1pPr marL="0" indent="0" algn="ctr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FontTx/>
        <a:buNone/>
        <a:defRPr sz="2000" b="0" i="0" kern="1200" cap="none" spc="30" baseline="0">
          <a:solidFill>
            <a:schemeClr val="tx1"/>
          </a:solidFill>
          <a:latin typeface="+mn-lt"/>
          <a:ea typeface="+mn-ea"/>
          <a:cs typeface="Tahoma" pitchFamily="34" charset="0"/>
        </a:defRPr>
      </a:lvl1pPr>
      <a:lvl2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800" kern="1200">
          <a:solidFill>
            <a:schemeClr val="tx2"/>
          </a:solidFill>
          <a:latin typeface="+mn-lt"/>
          <a:ea typeface="+mn-ea"/>
          <a:cs typeface="Tahoma" pitchFamily="34" charset="0"/>
        </a:defRPr>
      </a:lvl2pPr>
      <a:lvl3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600" kern="1200">
          <a:solidFill>
            <a:schemeClr val="tx1"/>
          </a:solidFill>
          <a:latin typeface="+mn-lt"/>
          <a:ea typeface="+mn-ea"/>
          <a:cs typeface="Tahoma" pitchFamily="34" charset="0"/>
        </a:defRPr>
      </a:lvl3pPr>
      <a:lvl4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>
          <a:solidFill>
            <a:schemeClr val="tx2"/>
          </a:solidFill>
          <a:latin typeface="+mn-lt"/>
          <a:ea typeface="+mn-ea"/>
          <a:cs typeface="Tahoma" pitchFamily="34" charset="0"/>
        </a:defRPr>
      </a:lvl4pPr>
      <a:lvl5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 baseline="0">
          <a:solidFill>
            <a:schemeClr val="tx1"/>
          </a:solidFill>
          <a:latin typeface="+mn-lt"/>
          <a:ea typeface="+mn-ea"/>
          <a:cs typeface="Tahoma" pitchFamily="34" charset="0"/>
        </a:defRPr>
      </a:lvl5pPr>
      <a:lvl6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tx1"/>
                </a:solidFill>
              </a:rPr>
              <a:t>SS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2286000"/>
            <a:ext cx="4013200" cy="599440"/>
          </a:xfrm>
        </p:spPr>
        <p:txBody>
          <a:bodyPr>
            <a:normAutofit/>
          </a:bodyPr>
          <a:lstStyle/>
          <a:p>
            <a:r>
              <a:rPr lang="en-US" dirty="0" smtClean="0"/>
              <a:t>Collection of </a:t>
            </a:r>
            <a:r>
              <a:rPr lang="en-US" dirty="0" err="1" smtClean="0"/>
              <a:t>Macrame</a:t>
            </a:r>
            <a:r>
              <a:rPr lang="en-US" dirty="0" smtClean="0"/>
              <a:t> </a:t>
            </a:r>
            <a:r>
              <a:rPr lang="en-US" dirty="0"/>
              <a:t>,</a:t>
            </a:r>
            <a:r>
              <a:rPr lang="en-US" dirty="0" smtClean="0"/>
              <a:t>Crochet  and beaded bags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414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05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BA-205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05-1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BA-205-1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020655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07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BA-207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07-1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BA-207-1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065434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09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BA-209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09-1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BA-209-1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72081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12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BA-212</a:t>
              </a:r>
              <a:endParaRPr lang="en-US" sz="1800"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04900"/>
            <a:ext cx="4114800" cy="456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8530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13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BA-213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13-1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BA-213-1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337995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15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BA-215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15-1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BA-215-1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103823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16-A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BA-216-A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16-A-1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BA-216-A-1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0091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17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BA-217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17-1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BA-217-1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883405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20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BA-220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21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BA-221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56705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28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BA-228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29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BA-229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949936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34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BA-234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35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BA-235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336968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35-1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BA-235-1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35-2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BA-235-2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878050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36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BA-236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36-1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BA-236-1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873232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40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BA-240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41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BA-241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671838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43-1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BA-243-1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43-2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BA-243-2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19189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>
            <a:grpSpLocks noGrp="1" noUngrp="1" noChangeAspect="1"/>
          </p:cNvGrpSpPr>
          <p:nvPr/>
        </p:nvGrpSpPr>
        <p:grpSpPr>
          <a:xfrm>
            <a:off x="2514600" y="1244600"/>
            <a:ext cx="4114800" cy="4470400"/>
            <a:chOff x="4686300" y="1200150"/>
            <a:chExt cx="4114800" cy="4470400"/>
          </a:xfrm>
        </p:grpSpPr>
        <p:pic>
          <p:nvPicPr>
            <p:cNvPr id="3" name="Picture 2" descr="BA-245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" name="Rectangle 3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BA-245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645305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46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BA-246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47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BA-247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930986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50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BA-250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50-1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BA-250-1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092676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51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BA-251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51-1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BA-251-1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184639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52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BA-252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52-3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BA-252-3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31624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54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BA-254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54-1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BA-254-1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8124720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55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BA-255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55-1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BA-255-1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7793565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56-1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BA-256-1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56-2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BA-256-2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604292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57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BA-257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57-3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BA-257-3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5620433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572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59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BA-259</a:t>
              </a:r>
              <a:endParaRPr lang="en-US" sz="1800"/>
            </a:p>
          </p:txBody>
        </p:sp>
      </p:grpSp>
      <p:grpSp>
        <p:nvGrpSpPr>
          <p:cNvPr id="14" name="Group 13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15" name="Picture 14" descr="BA-272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Rectangle 1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BA-272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9701851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60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BA-260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61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BA-261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91858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62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BA-262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63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BA-263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9328532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66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BA-266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68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BA-268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6421520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342900" y="1200150"/>
            <a:ext cx="4114800" cy="4470400"/>
            <a:chOff x="342900" y="1200150"/>
            <a:chExt cx="4114800" cy="4470400"/>
          </a:xfrm>
        </p:grpSpPr>
        <p:pic>
          <p:nvPicPr>
            <p:cNvPr id="2" name="Picture 1" descr="BA-269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3429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BA-269</a:t>
              </a:r>
              <a:endParaRPr lang="en-US" sz="1800"/>
            </a:p>
          </p:txBody>
        </p:sp>
      </p:grpSp>
      <p:grpSp>
        <p:nvGrpSpPr>
          <p:cNvPr id="7" name="Group 6"/>
          <p:cNvGrpSpPr>
            <a:grpSpLocks noGrp="1" noUngrp="1" noChangeAspect="1"/>
          </p:cNvGrpSpPr>
          <p:nvPr/>
        </p:nvGrpSpPr>
        <p:grpSpPr>
          <a:xfrm>
            <a:off x="4686300" y="1200150"/>
            <a:ext cx="4114800" cy="4470400"/>
            <a:chOff x="4686300" y="1200150"/>
            <a:chExt cx="4114800" cy="4470400"/>
          </a:xfrm>
        </p:grpSpPr>
        <p:pic>
          <p:nvPicPr>
            <p:cNvPr id="5" name="Picture 4" descr="BA-270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300" y="1200150"/>
              <a:ext cx="41148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4686300" y="5327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800" smtClean="0"/>
                <a:t>BA-270</a:t>
              </a: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8505324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ckTie">
  <a:themeElements>
    <a:clrScheme name="BlackTie">
      <a:dk1>
        <a:srgbClr val="000000"/>
      </a:dk1>
      <a:lt1>
        <a:srgbClr val="FFFFFF"/>
      </a:lt1>
      <a:dk2>
        <a:srgbClr val="46464A"/>
      </a:dk2>
      <a:lt2>
        <a:srgbClr val="E3DCCF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BlackTie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lackTie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20000"/>
              </a:schemeClr>
            </a:gs>
            <a:gs pos="30000">
              <a:schemeClr val="phClr">
                <a:tint val="61000"/>
                <a:satMod val="220000"/>
              </a:schemeClr>
            </a:gs>
            <a:gs pos="45000">
              <a:schemeClr val="phClr">
                <a:tint val="66000"/>
                <a:satMod val="240000"/>
              </a:schemeClr>
            </a:gs>
            <a:gs pos="55000">
              <a:schemeClr val="phClr">
                <a:tint val="66000"/>
                <a:satMod val="220000"/>
              </a:schemeClr>
            </a:gs>
            <a:gs pos="73000">
              <a:schemeClr val="phClr">
                <a:tint val="61000"/>
                <a:satMod val="220000"/>
              </a:schemeClr>
            </a:gs>
            <a:gs pos="100000">
              <a:schemeClr val="phClr">
                <a:tint val="45000"/>
                <a:satMod val="22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  <a:satMod val="110000"/>
              </a:schemeClr>
            </a:gs>
            <a:gs pos="30000">
              <a:schemeClr val="phClr">
                <a:shade val="90000"/>
                <a:satMod val="120000"/>
              </a:schemeClr>
            </a:gs>
            <a:gs pos="45000">
              <a:schemeClr val="phClr">
                <a:shade val="100000"/>
                <a:satMod val="128000"/>
              </a:schemeClr>
            </a:gs>
            <a:gs pos="55000">
              <a:schemeClr val="phClr">
                <a:shade val="100000"/>
                <a:satMod val="128000"/>
              </a:schemeClr>
            </a:gs>
            <a:gs pos="73000">
              <a:schemeClr val="phClr">
                <a:shade val="90000"/>
                <a:satMod val="120000"/>
              </a:schemeClr>
            </a:gs>
            <a:gs pos="100000">
              <a:schemeClr val="phClr">
                <a:shade val="63000"/>
                <a:satMod val="110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7150" dist="38100" dir="5400000" algn="br" rotWithShape="0">
              <a:srgbClr val="000000">
                <a:alpha val="5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1800000"/>
            </a:lightRig>
          </a:scene3d>
          <a:sp3d>
            <a:bevelT w="44450" h="3175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20000"/>
              </a:schemeClr>
            </a:duotone>
          </a:blip>
          <a:stretch/>
        </a:blip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30000"/>
                <a:satMod val="255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24</TotalTime>
  <Words>65</Words>
  <Application>Microsoft Office PowerPoint</Application>
  <PresentationFormat>On-screen Show (4:3)</PresentationFormat>
  <Paragraphs>58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BlackTie</vt:lpstr>
      <vt:lpstr>Collection of Macrame ,Crochet  and beaded bags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 of Macrame &amp; Crochet bags</dc:title>
  <dc:creator>user</dc:creator>
  <cp:lastModifiedBy>user</cp:lastModifiedBy>
  <cp:revision>11</cp:revision>
  <dcterms:created xsi:type="dcterms:W3CDTF">2019-11-02T16:15:12Z</dcterms:created>
  <dcterms:modified xsi:type="dcterms:W3CDTF">2020-06-09T08:53:56Z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4293535</vt:lpwstr>
  </property>
  <property fmtid="{D5CDD505-2E9C-101B-9397-08002B2CF9AE}" pid="3" name="NXPowerLiteSettings">
    <vt:lpwstr>C7000400038000</vt:lpwstr>
  </property>
  <property fmtid="{D5CDD505-2E9C-101B-9397-08002B2CF9AE}" pid="4" name="NXPowerLiteVersion">
    <vt:lpwstr>S8.2.3</vt:lpwstr>
  </property>
</Properties>
</file>