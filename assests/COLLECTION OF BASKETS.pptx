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3" r:id="rId22"/>
    <p:sldId id="287" r:id="rId23"/>
    <p:sldId id="288" r:id="rId24"/>
    <p:sldId id="289" r:id="rId25"/>
    <p:sldId id="290" r:id="rId26"/>
    <p:sldId id="291" r:id="rId27"/>
    <p:sldId id="292" r:id="rId28"/>
    <p:sldId id="295" r:id="rId29"/>
    <p:sldId id="296" r:id="rId30"/>
    <p:sldId id="297" r:id="rId31"/>
    <p:sldId id="298" r:id="rId32"/>
    <p:sldId id="299" r:id="rId33"/>
    <p:sldId id="300" r:id="rId34"/>
    <p:sldId id="301" r:id="rId35"/>
    <p:sldId id="302" r:id="rId36"/>
    <p:sldId id="303" r:id="rId37"/>
    <p:sldId id="304" r:id="rId38"/>
    <p:sldId id="305" r:id="rId39"/>
  </p:sldIdLst>
  <p:sldSz cx="9144000" cy="6858000" type="screen4x3"/>
  <p:notesSz cx="6858000" cy="9144000"/>
  <p:photoAlbum showCaptions="1" layout="1pic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2933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2925286"/>
            <a:ext cx="9144000" cy="158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514600" y="2362200"/>
            <a:ext cx="4114800" cy="1127760"/>
          </a:xfrm>
          <a:prstGeom prst="rect">
            <a:avLst/>
          </a:prstGeom>
          <a:solidFill>
            <a:schemeClr val="tx1"/>
          </a:solidFill>
          <a:ln w="76200" cmpd="thinThick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pPr algn="ctr" defTabSz="914400" rtl="0" eaLnBrk="1" latinLnBrk="0" hangingPunct="1">
              <a:spcBef>
                <a:spcPts val="400"/>
              </a:spcBef>
              <a:buNone/>
            </a:pPr>
            <a:endParaRPr lang="en-US" sz="1800" b="1" kern="1200" cap="all" spc="0" baseline="0" smtClean="0">
              <a:solidFill>
                <a:schemeClr val="bg1"/>
              </a:solidFill>
              <a:latin typeface="+mj-lt"/>
              <a:ea typeface="+mj-ea"/>
              <a:cs typeface="Tunga" pitchFamily="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5400" y="3045460"/>
            <a:ext cx="4013200" cy="428625"/>
          </a:xfrm>
        </p:spPr>
        <p:txBody>
          <a:bodyPr tIns="0" anchor="t">
            <a:noAutofit/>
          </a:bodyPr>
          <a:lstStyle>
            <a:lvl1pPr marL="0" indent="0" algn="ctr">
              <a:buNone/>
              <a:defRPr sz="1600" b="0" i="0" cap="none" spc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565400" y="2397760"/>
            <a:ext cx="4013200" cy="599440"/>
          </a:xfrm>
          <a:noFill/>
          <a:ln>
            <a:noFill/>
          </a:ln>
        </p:spPr>
        <p:txBody>
          <a:bodyPr bIns="0" anchor="b"/>
          <a:lstStyle>
            <a:lvl1pPr>
              <a:defRPr>
                <a:effectLst>
                  <a:glow rad="88900">
                    <a:schemeClr val="tx1">
                      <a:alpha val="60000"/>
                    </a:schemeClr>
                  </a:glo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D9E06397-02E6-41A0-A54C-3947A2FB8CFB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A1954F-F261-4E9D-AA35-063E818DE487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457200" y="2020824"/>
            <a:ext cx="8229600" cy="40751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9E06397-02E6-41A0-A54C-3947A2FB8CFB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98A1954F-F261-4E9D-AA35-063E818DE487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922776"/>
            <a:ext cx="9144000" cy="29352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3921760"/>
            <a:ext cx="9144000" cy="1588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514600" y="3368040"/>
            <a:ext cx="4114800" cy="1127760"/>
          </a:xfrm>
          <a:prstGeom prst="rect">
            <a:avLst/>
          </a:prstGeom>
          <a:solidFill>
            <a:schemeClr val="tx1"/>
          </a:solidFill>
          <a:ln w="76200" cmpd="thinThick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pPr algn="ctr" defTabSz="914400" rtl="0" eaLnBrk="1" latinLnBrk="0" hangingPunct="1">
              <a:spcBef>
                <a:spcPts val="400"/>
              </a:spcBef>
              <a:buNone/>
            </a:pPr>
            <a:endParaRPr lang="en-US" sz="1800" b="1" kern="1200" cap="all" spc="0" baseline="0" smtClean="0">
              <a:solidFill>
                <a:schemeClr val="bg1"/>
              </a:solidFill>
              <a:latin typeface="+mj-lt"/>
              <a:ea typeface="+mj-ea"/>
              <a:cs typeface="Tunga" pitchFamily="2"/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black">
          <a:xfrm>
            <a:off x="2529052" y="3367246"/>
            <a:ext cx="4085897" cy="706821"/>
          </a:xfrm>
          <a:prstGeom prst="rect">
            <a:avLst/>
          </a:prstGeom>
          <a:noFill/>
          <a:ln w="98425" cmpd="thinThick">
            <a:noFill/>
            <a:miter lim="800000"/>
          </a:ln>
        </p:spPr>
        <p:txBody>
          <a:bodyPr vert="horz" lIns="91440" tIns="45720" rIns="91440" bIns="0" rtlCol="0" anchor="b" anchorCtr="0">
            <a:normAutofit/>
          </a:bodyPr>
          <a:lstStyle>
            <a:lvl1pPr>
              <a:defRPr kumimoji="0" lang="en-US" sz="1800" b="1" i="0" u="none" strike="noStrike" kern="1200" cap="all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Tunga" pitchFamily="2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 bwMode="black">
          <a:xfrm>
            <a:off x="2518542" y="4084577"/>
            <a:ext cx="4106917" cy="397094"/>
          </a:xfrm>
        </p:spPr>
        <p:txBody>
          <a:bodyPr tIns="0" anchor="t" anchorCtr="0">
            <a:normAutofit/>
          </a:bodyPr>
          <a:lstStyle>
            <a:lvl1pPr marL="0" indent="0" algn="ctr">
              <a:buNone/>
              <a:def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Tahom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06397-02E6-41A0-A54C-3947A2FB8CFB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A1954F-F261-4E9D-AA35-063E818DE487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0"/>
          <p:cNvSpPr>
            <a:spLocks noGrp="1"/>
          </p:cNvSpPr>
          <p:nvPr>
            <p:ph sz="quarter" idx="13"/>
          </p:nvPr>
        </p:nvSpPr>
        <p:spPr>
          <a:xfrm>
            <a:off x="457201" y="2020824"/>
            <a:ext cx="4023360" cy="40050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30"/>
          <p:cNvSpPr>
            <a:spLocks noGrp="1"/>
          </p:cNvSpPr>
          <p:nvPr>
            <p:ph sz="quarter" idx="14"/>
          </p:nvPr>
        </p:nvSpPr>
        <p:spPr>
          <a:xfrm>
            <a:off x="4663440" y="2020824"/>
            <a:ext cx="4023360" cy="40050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9E06397-02E6-41A0-A54C-3947A2FB8CFB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8A1954F-F261-4E9D-AA35-063E818DE487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30"/>
          <p:cNvSpPr>
            <a:spLocks noGrp="1"/>
          </p:cNvSpPr>
          <p:nvPr>
            <p:ph sz="quarter" idx="13"/>
          </p:nvPr>
        </p:nvSpPr>
        <p:spPr>
          <a:xfrm>
            <a:off x="457201" y="2819400"/>
            <a:ext cx="4023360" cy="320954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4" name="Content Placeholder 30"/>
          <p:cNvSpPr>
            <a:spLocks noGrp="1"/>
          </p:cNvSpPr>
          <p:nvPr>
            <p:ph sz="quarter" idx="14"/>
          </p:nvPr>
        </p:nvSpPr>
        <p:spPr>
          <a:xfrm>
            <a:off x="4663440" y="2816352"/>
            <a:ext cx="4023360" cy="320954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020824"/>
            <a:ext cx="4023360" cy="704088"/>
          </a:xfrm>
          <a:noFill/>
          <a:ln w="98425" cmpd="thinThick">
            <a:noFill/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spcBef>
                <a:spcPts val="400"/>
              </a:spcBef>
              <a:buNone/>
              <a:defRPr lang="en-US" sz="1800" b="1" kern="1200" cap="none" spc="200" baseline="0" smtClean="0">
                <a:solidFill>
                  <a:schemeClr val="tx1"/>
                </a:solidFill>
                <a:latin typeface="+mj-lt"/>
                <a:ea typeface="+mj-ea"/>
                <a:cs typeface="Tunga" pitchFamily="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5"/>
          </p:nvPr>
        </p:nvSpPr>
        <p:spPr>
          <a:xfrm>
            <a:off x="4663440" y="2020824"/>
            <a:ext cx="4023360" cy="704088"/>
          </a:xfrm>
          <a:noFill/>
          <a:ln w="98425" cmpd="thinThick">
            <a:noFill/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spcBef>
                <a:spcPts val="400"/>
              </a:spcBef>
              <a:buNone/>
              <a:defRPr lang="en-US" sz="1800" b="1" i="0" kern="1200" cap="none" spc="200" baseline="0" dirty="0" smtClean="0">
                <a:solidFill>
                  <a:schemeClr val="tx1"/>
                </a:solidFill>
                <a:latin typeface="+mj-lt"/>
                <a:ea typeface="+mj-ea"/>
                <a:cs typeface="Tunga" pitchFamily="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Tx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9E06397-02E6-41A0-A54C-3947A2FB8CFB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8A1954F-F261-4E9D-AA35-063E818DE487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06397-02E6-41A0-A54C-3947A2FB8CFB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A1954F-F261-4E9D-AA35-063E818DE487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06397-02E6-41A0-A54C-3947A2FB8CFB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A1954F-F261-4E9D-AA35-063E818DE48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0"/>
          <p:cNvSpPr>
            <a:spLocks noGrp="1"/>
          </p:cNvSpPr>
          <p:nvPr>
            <p:ph sz="quarter" idx="14"/>
          </p:nvPr>
        </p:nvSpPr>
        <p:spPr>
          <a:xfrm>
            <a:off x="1485900" y="1914525"/>
            <a:ext cx="6172200" cy="351091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7360" y="5513832"/>
            <a:ext cx="5669280" cy="548640"/>
          </a:xfrm>
        </p:spPr>
        <p:txBody>
          <a:bodyPr vert="horz" lIns="91440" tIns="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itchFamily="34" charset="0"/>
              <a:buNone/>
              <a:defRPr lang="en-US" sz="1400" b="0" i="0" kern="1200" cap="none" spc="0" baseline="0" smtClean="0">
                <a:solidFill>
                  <a:schemeClr val="tx1"/>
                </a:solidFill>
                <a:latin typeface="+mn-lt"/>
                <a:ea typeface="+mn-ea"/>
                <a:cs typeface="Tahoma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9E06397-02E6-41A0-A54C-3947A2FB8CFB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8A1954F-F261-4E9D-AA35-063E818DE487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52209" y="2026918"/>
            <a:ext cx="5439582" cy="3263750"/>
          </a:xfrm>
          <a:solidFill>
            <a:schemeClr val="tx1"/>
          </a:solidFill>
          <a:ln w="69850" cmpd="dbl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spcBef>
                <a:spcPts val="400"/>
              </a:spcBef>
              <a:buNone/>
              <a:defRPr lang="en-US" sz="1800" b="0" kern="1200" cap="none" spc="0" baseline="0" dirty="0">
                <a:solidFill>
                  <a:schemeClr val="bg1"/>
                </a:solidFill>
                <a:latin typeface="+mj-lt"/>
                <a:ea typeface="+mj-ea"/>
                <a:cs typeface="Tunga" pitchFamily="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1737360" y="5516880"/>
            <a:ext cx="5669280" cy="548640"/>
          </a:xfrm>
        </p:spPr>
        <p:txBody>
          <a:bodyPr vert="horz" lIns="91440" tIns="0" rIns="91440" bIns="0" rtlCol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1400" b="0" i="0" kern="1200" cap="none" spc="30" baseline="0" smtClean="0">
                <a:solidFill>
                  <a:schemeClr val="tx2"/>
                </a:solidFill>
                <a:latin typeface="+mn-lt"/>
                <a:ea typeface="+mn-ea"/>
                <a:cs typeface="Tahoma" pitchFamily="34" charset="0"/>
              </a:defRPr>
            </a:lvl1pPr>
            <a:lvl2pPr marL="171450" indent="1588">
              <a:buNone/>
              <a:defRPr>
                <a:solidFill>
                  <a:schemeClr val="bg2"/>
                </a:solidFill>
              </a:defRPr>
            </a:lvl2pPr>
            <a:lvl3pPr marL="344488" indent="6350">
              <a:buNone/>
              <a:defRPr>
                <a:solidFill>
                  <a:schemeClr val="bg2"/>
                </a:solidFill>
              </a:defRPr>
            </a:lvl3pPr>
            <a:lvl4pPr marL="515938" indent="3175">
              <a:buNone/>
              <a:defRPr>
                <a:solidFill>
                  <a:schemeClr val="bg2"/>
                </a:solidFill>
              </a:defRPr>
            </a:lvl4pPr>
            <a:lvl5pPr marL="688975" indent="-1588">
              <a:buNone/>
              <a:defRPr>
                <a:solidFill>
                  <a:schemeClr val="bg2"/>
                </a:solidFill>
              </a:defRPr>
            </a:lvl5pPr>
          </a:lstStyle>
          <a:p>
            <a:pPr marL="0" lvl="0" indent="0" algn="ctr" defTabSz="914400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514600" y="975360"/>
            <a:ext cx="4114800" cy="7010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>
          <a:xfrm>
            <a:off x="2981325" y="273180"/>
            <a:ext cx="3181350" cy="292100"/>
          </a:xfrm>
        </p:spPr>
        <p:txBody>
          <a:bodyPr/>
          <a:lstStyle/>
          <a:p>
            <a:fld id="{D9E06397-02E6-41A0-A54C-3947A2FB8CFB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5"/>
          </p:nvPr>
        </p:nvSpPr>
        <p:spPr>
          <a:xfrm>
            <a:off x="4038600" y="6172200"/>
            <a:ext cx="1066800" cy="304800"/>
          </a:xfrm>
        </p:spPr>
        <p:txBody>
          <a:bodyPr/>
          <a:lstStyle/>
          <a:p>
            <a:fld id="{98A1954F-F261-4E9D-AA35-063E818DE487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6"/>
          </p:nvPr>
        </p:nvSpPr>
        <p:spPr>
          <a:xfrm>
            <a:off x="1447800" y="6486525"/>
            <a:ext cx="6248400" cy="2921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06397-02E6-41A0-A54C-3947A2FB8CFB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1954F-F261-4E9D-AA35-063E818DE4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 rot="5400000">
            <a:off x="4267200" y="3429000"/>
            <a:ext cx="6858000" cy="1588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 bwMode="hidden">
          <a:xfrm>
            <a:off x="0" y="1"/>
            <a:ext cx="7696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629400" cy="5029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06397-02E6-41A0-A54C-3947A2FB8CFB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1954F-F261-4E9D-AA35-063E818DE487}" type="slidenum">
              <a:rPr lang="en-US" smtClean="0"/>
              <a:t>‹#›</a:t>
            </a:fld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39000" y="914401"/>
            <a:ext cx="926980" cy="5029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hidden">
          <a:xfrm>
            <a:off x="0" y="1335973"/>
            <a:ext cx="9144000" cy="55220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19301"/>
            <a:ext cx="8229600" cy="41173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81325" y="273180"/>
            <a:ext cx="3181350" cy="2921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cap="all" spc="300" baseline="0">
                <a:solidFill>
                  <a:schemeClr val="tx1"/>
                </a:solidFill>
              </a:defRPr>
            </a:lvl1pPr>
          </a:lstStyle>
          <a:p>
            <a:fld id="{D9E06397-02E6-41A0-A54C-3947A2FB8CFB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7800" y="6486525"/>
            <a:ext cx="6248400" cy="292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100" b="0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38600" y="6172200"/>
            <a:ext cx="1066800" cy="3048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rm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98A1954F-F261-4E9D-AA35-063E818DE48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1331436"/>
            <a:ext cx="9144000" cy="1588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975360"/>
            <a:ext cx="4114800" cy="701040"/>
          </a:xfrm>
          <a:prstGeom prst="rect">
            <a:avLst/>
          </a:prstGeom>
          <a:solidFill>
            <a:schemeClr val="tx1"/>
          </a:solidFill>
          <a:ln w="76200" cmpd="thinThick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ts val="400"/>
        </a:spcBef>
        <a:buNone/>
        <a:defRPr sz="1800" b="1" kern="1200" cap="all" spc="0" baseline="0">
          <a:solidFill>
            <a:schemeClr val="bg1">
              <a:lumMod val="75000"/>
              <a:lumOff val="25000"/>
            </a:schemeClr>
          </a:solidFill>
          <a:effectLst/>
          <a:latin typeface="+mj-lt"/>
          <a:ea typeface="+mj-ea"/>
          <a:cs typeface="Tunga" pitchFamily="2"/>
        </a:defRPr>
      </a:lvl1pPr>
    </p:titleStyle>
    <p:bodyStyle>
      <a:lvl1pPr marL="0" indent="0" algn="ctr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FontTx/>
        <a:buNone/>
        <a:defRPr sz="2000" b="0" i="0" kern="1200" cap="none" spc="30" baseline="0">
          <a:solidFill>
            <a:schemeClr val="tx1"/>
          </a:solidFill>
          <a:latin typeface="+mn-lt"/>
          <a:ea typeface="+mn-ea"/>
          <a:cs typeface="Tahoma" pitchFamily="34" charset="0"/>
        </a:defRPr>
      </a:lvl1pPr>
      <a:lvl2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800" kern="1200">
          <a:solidFill>
            <a:schemeClr val="tx2"/>
          </a:solidFill>
          <a:latin typeface="+mn-lt"/>
          <a:ea typeface="+mn-ea"/>
          <a:cs typeface="Tahoma" pitchFamily="34" charset="0"/>
        </a:defRPr>
      </a:lvl2pPr>
      <a:lvl3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600" kern="1200">
          <a:solidFill>
            <a:schemeClr val="tx1"/>
          </a:solidFill>
          <a:latin typeface="+mn-lt"/>
          <a:ea typeface="+mn-ea"/>
          <a:cs typeface="Tahoma" pitchFamily="34" charset="0"/>
        </a:defRPr>
      </a:lvl3pPr>
      <a:lvl4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400" kern="1200">
          <a:solidFill>
            <a:schemeClr val="tx2"/>
          </a:solidFill>
          <a:latin typeface="+mn-lt"/>
          <a:ea typeface="+mn-ea"/>
          <a:cs typeface="Tahoma" pitchFamily="34" charset="0"/>
        </a:defRPr>
      </a:lvl4pPr>
      <a:lvl5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400" kern="1200" baseline="0">
          <a:solidFill>
            <a:schemeClr val="tx1"/>
          </a:solidFill>
          <a:latin typeface="+mn-lt"/>
          <a:ea typeface="+mn-ea"/>
          <a:cs typeface="Tahoma" pitchFamily="34" charset="0"/>
        </a:defRPr>
      </a:lvl5pPr>
      <a:lvl6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SS handlooms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COLLECTION OF </a:t>
            </a:r>
            <a:r>
              <a:rPr lang="en-US" dirty="0" err="1" smtClean="0"/>
              <a:t>BASKEts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101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1828800" y="685800"/>
            <a:ext cx="5486400" cy="5867400"/>
            <a:chOff x="1828800" y="685800"/>
            <a:chExt cx="5486400" cy="5867400"/>
          </a:xfrm>
        </p:grpSpPr>
        <p:pic>
          <p:nvPicPr>
            <p:cNvPr id="2" name="Picture 1" descr="BKT-101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00" y="685800"/>
              <a:ext cx="5486400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1828800" y="6210300"/>
              <a:ext cx="548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/>
              <a:r>
                <a:rPr lang="en-US" sz="2400" smtClean="0"/>
                <a:t>BKT-101</a:t>
              </a:r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990490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1828800" y="685800"/>
            <a:ext cx="5486400" cy="5867400"/>
            <a:chOff x="1828800" y="685800"/>
            <a:chExt cx="5486400" cy="5867400"/>
          </a:xfrm>
        </p:grpSpPr>
        <p:pic>
          <p:nvPicPr>
            <p:cNvPr id="2" name="Picture 1" descr="BKT-102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00" y="685800"/>
              <a:ext cx="5486400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1828800" y="6210300"/>
              <a:ext cx="548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/>
              <a:r>
                <a:rPr lang="en-US" sz="2400" smtClean="0"/>
                <a:t>BKT-102</a:t>
              </a:r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159691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1828800" y="685800"/>
            <a:ext cx="5486400" cy="5867400"/>
            <a:chOff x="1828800" y="685800"/>
            <a:chExt cx="5486400" cy="5867400"/>
          </a:xfrm>
        </p:grpSpPr>
        <p:pic>
          <p:nvPicPr>
            <p:cNvPr id="2" name="Picture 1" descr="BKT-103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00" y="685800"/>
              <a:ext cx="5486400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1828800" y="6210300"/>
              <a:ext cx="548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/>
              <a:r>
                <a:rPr lang="en-US" sz="2400" smtClean="0"/>
                <a:t>BKT-103</a:t>
              </a:r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210562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1828800" y="685800"/>
            <a:ext cx="5486400" cy="5867400"/>
            <a:chOff x="1828800" y="685800"/>
            <a:chExt cx="5486400" cy="5867400"/>
          </a:xfrm>
        </p:grpSpPr>
        <p:pic>
          <p:nvPicPr>
            <p:cNvPr id="2" name="Picture 1" descr="BKT-104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00" y="685800"/>
              <a:ext cx="5486400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1828800" y="6210300"/>
              <a:ext cx="548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/>
              <a:r>
                <a:rPr lang="en-US" sz="2400" smtClean="0"/>
                <a:t>BKT-104</a:t>
              </a:r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415048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1828800" y="685800"/>
            <a:ext cx="5486400" cy="5867400"/>
            <a:chOff x="1828800" y="685800"/>
            <a:chExt cx="5486400" cy="5867400"/>
          </a:xfrm>
        </p:grpSpPr>
        <p:pic>
          <p:nvPicPr>
            <p:cNvPr id="2" name="Picture 1" descr="BKT-105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00" y="685800"/>
              <a:ext cx="5486400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1828800" y="6210300"/>
              <a:ext cx="548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/>
              <a:r>
                <a:rPr lang="en-US" sz="2400" smtClean="0"/>
                <a:t>BKT-105</a:t>
              </a:r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656718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1828800" y="685800"/>
            <a:ext cx="5486400" cy="5867400"/>
            <a:chOff x="1828800" y="685800"/>
            <a:chExt cx="5486400" cy="5867400"/>
          </a:xfrm>
        </p:grpSpPr>
        <p:pic>
          <p:nvPicPr>
            <p:cNvPr id="2" name="Picture 1" descr="BKT-106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00" y="685800"/>
              <a:ext cx="5486400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1828800" y="6210300"/>
              <a:ext cx="548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/>
              <a:r>
                <a:rPr lang="en-US" sz="2400" smtClean="0"/>
                <a:t>BKT-106</a:t>
              </a:r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179222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1828800" y="685800"/>
            <a:ext cx="5486400" cy="5867400"/>
            <a:chOff x="1828800" y="685800"/>
            <a:chExt cx="5486400" cy="5867400"/>
          </a:xfrm>
        </p:grpSpPr>
        <p:pic>
          <p:nvPicPr>
            <p:cNvPr id="2" name="Picture 1" descr="BKT-114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00" y="685800"/>
              <a:ext cx="5486400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1828800" y="6210300"/>
              <a:ext cx="548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/>
              <a:r>
                <a:rPr lang="en-US" sz="2400" smtClean="0"/>
                <a:t>BKT-114</a:t>
              </a:r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384933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1828800" y="685800"/>
            <a:ext cx="5486400" cy="5867400"/>
            <a:chOff x="1828800" y="685800"/>
            <a:chExt cx="5486400" cy="5867400"/>
          </a:xfrm>
        </p:grpSpPr>
        <p:pic>
          <p:nvPicPr>
            <p:cNvPr id="2" name="Picture 1" descr="BKT-151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00" y="685800"/>
              <a:ext cx="5486400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1828800" y="6210300"/>
              <a:ext cx="548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/>
              <a:r>
                <a:rPr lang="en-US" sz="2400" smtClean="0"/>
                <a:t>BKT-151</a:t>
              </a:r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2637218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1828800" y="685800"/>
            <a:ext cx="5486400" cy="5867400"/>
            <a:chOff x="1828800" y="685800"/>
            <a:chExt cx="5486400" cy="5867400"/>
          </a:xfrm>
        </p:grpSpPr>
        <p:pic>
          <p:nvPicPr>
            <p:cNvPr id="2" name="Picture 1" descr="BKT-160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00" y="685800"/>
              <a:ext cx="5486400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1828800" y="6210300"/>
              <a:ext cx="548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/>
              <a:r>
                <a:rPr lang="en-US" sz="2400" smtClean="0"/>
                <a:t>BKT-160</a:t>
              </a:r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299004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1828800" y="685800"/>
            <a:ext cx="5486400" cy="5867400"/>
            <a:chOff x="1828800" y="685800"/>
            <a:chExt cx="5486400" cy="5867400"/>
          </a:xfrm>
        </p:grpSpPr>
        <p:pic>
          <p:nvPicPr>
            <p:cNvPr id="2" name="Picture 1" descr="BKT-165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00" y="685800"/>
              <a:ext cx="5486400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1828800" y="6210300"/>
              <a:ext cx="548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/>
              <a:r>
                <a:rPr lang="en-US" sz="2400" smtClean="0"/>
                <a:t>BKT-165</a:t>
              </a:r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360943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1828800" y="685800"/>
            <a:ext cx="5486400" cy="5867400"/>
            <a:chOff x="1828800" y="685800"/>
            <a:chExt cx="5486400" cy="5867400"/>
          </a:xfrm>
        </p:grpSpPr>
        <p:pic>
          <p:nvPicPr>
            <p:cNvPr id="2" name="Picture 1" descr="BKT-166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00" y="685800"/>
              <a:ext cx="5486400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1828800" y="6210300"/>
              <a:ext cx="548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/>
              <a:r>
                <a:rPr lang="en-US" sz="2400" smtClean="0"/>
                <a:t>BKT-166</a:t>
              </a:r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575693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1828800" y="685800"/>
            <a:ext cx="5486400" cy="5867400"/>
            <a:chOff x="1828800" y="685800"/>
            <a:chExt cx="5486400" cy="5867400"/>
          </a:xfrm>
        </p:grpSpPr>
        <p:pic>
          <p:nvPicPr>
            <p:cNvPr id="2" name="Picture 1" descr="BKT-171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00" y="685800"/>
              <a:ext cx="5486400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1828800" y="6210300"/>
              <a:ext cx="548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/>
              <a:r>
                <a:rPr lang="en-US" sz="2400" smtClean="0"/>
                <a:t>BKT-171</a:t>
              </a:r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594841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1828800" y="685800"/>
            <a:ext cx="5486400" cy="5867400"/>
            <a:chOff x="1828800" y="685800"/>
            <a:chExt cx="5486400" cy="5867400"/>
          </a:xfrm>
        </p:grpSpPr>
        <p:pic>
          <p:nvPicPr>
            <p:cNvPr id="2" name="Picture 1" descr="BKT-180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00" y="685800"/>
              <a:ext cx="5486400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1828800" y="6210300"/>
              <a:ext cx="548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/>
              <a:r>
                <a:rPr lang="en-US" sz="2400" smtClean="0"/>
                <a:t>BKT-180</a:t>
              </a:r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931964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1828800" y="685800"/>
            <a:ext cx="5486400" cy="5867400"/>
            <a:chOff x="1828800" y="685800"/>
            <a:chExt cx="5486400" cy="5867400"/>
          </a:xfrm>
        </p:grpSpPr>
        <p:pic>
          <p:nvPicPr>
            <p:cNvPr id="2" name="Picture 1" descr="BKT-182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00" y="685800"/>
              <a:ext cx="5486400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1828800" y="6210300"/>
              <a:ext cx="548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/>
              <a:r>
                <a:rPr lang="en-US" sz="2400" smtClean="0"/>
                <a:t>BKT-182</a:t>
              </a:r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896053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1828800" y="685800"/>
            <a:ext cx="5486400" cy="5867400"/>
            <a:chOff x="1828800" y="685800"/>
            <a:chExt cx="5486400" cy="5867400"/>
          </a:xfrm>
        </p:grpSpPr>
        <p:pic>
          <p:nvPicPr>
            <p:cNvPr id="2" name="Picture 1" descr="BKT-185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00" y="685800"/>
              <a:ext cx="5486400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1828800" y="6210300"/>
              <a:ext cx="548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/>
              <a:r>
                <a:rPr lang="en-US" sz="2400" smtClean="0"/>
                <a:t>BKT-185</a:t>
              </a:r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652241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1828800" y="685800"/>
            <a:ext cx="5486400" cy="5867400"/>
            <a:chOff x="1828800" y="685800"/>
            <a:chExt cx="5486400" cy="5867400"/>
          </a:xfrm>
        </p:grpSpPr>
        <p:pic>
          <p:nvPicPr>
            <p:cNvPr id="2" name="Picture 1" descr="BKT-192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00" y="685800"/>
              <a:ext cx="5486400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1828800" y="6210300"/>
              <a:ext cx="548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/>
              <a:r>
                <a:rPr lang="en-US" sz="2400" smtClean="0"/>
                <a:t>BKT-192</a:t>
              </a:r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792304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1828800" y="685800"/>
            <a:ext cx="5486400" cy="5867400"/>
            <a:chOff x="1828800" y="685800"/>
            <a:chExt cx="5486400" cy="5867400"/>
          </a:xfrm>
        </p:grpSpPr>
        <p:pic>
          <p:nvPicPr>
            <p:cNvPr id="2" name="Picture 1" descr="BKT-198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00" y="685800"/>
              <a:ext cx="5486400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1828800" y="6210300"/>
              <a:ext cx="548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/>
              <a:r>
                <a:rPr lang="en-US" sz="2400" smtClean="0"/>
                <a:t>BKT-198</a:t>
              </a:r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4710003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1828800" y="685800"/>
            <a:ext cx="5486400" cy="5867400"/>
            <a:chOff x="1828800" y="685800"/>
            <a:chExt cx="5486400" cy="5867400"/>
          </a:xfrm>
        </p:grpSpPr>
        <p:pic>
          <p:nvPicPr>
            <p:cNvPr id="2" name="Picture 1" descr="BKT-204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00" y="685800"/>
              <a:ext cx="5486400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1828800" y="6210300"/>
              <a:ext cx="548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/>
              <a:r>
                <a:rPr lang="en-US" sz="2400" smtClean="0"/>
                <a:t>BKT-204</a:t>
              </a:r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5092394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1828800" y="685800"/>
            <a:ext cx="5486400" cy="5867400"/>
            <a:chOff x="1828800" y="685800"/>
            <a:chExt cx="5486400" cy="5867400"/>
          </a:xfrm>
        </p:grpSpPr>
        <p:pic>
          <p:nvPicPr>
            <p:cNvPr id="2" name="Picture 1" descr="BKT-206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00" y="685800"/>
              <a:ext cx="5486400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1828800" y="6210300"/>
              <a:ext cx="548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/>
              <a:r>
                <a:rPr lang="en-US" sz="2400" smtClean="0"/>
                <a:t>BKT-206</a:t>
              </a:r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27043886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1828800" y="685800"/>
            <a:ext cx="5486400" cy="5867400"/>
            <a:chOff x="1828800" y="685800"/>
            <a:chExt cx="5486400" cy="5867400"/>
          </a:xfrm>
        </p:grpSpPr>
        <p:pic>
          <p:nvPicPr>
            <p:cNvPr id="2" name="Picture 1" descr="BKT-217"/>
            <p:cNvPicPr>
              <a:picLocks noRot="1" noChangeAspect="1" noMove="1" noResize="1"/>
            </p:cNvPicPr>
            <p:nvPr isPhoto="1"/>
          </p:nvPicPr>
          <p:blipFill>
            <a:blip r:embed="rId2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00" y="685800"/>
              <a:ext cx="5486400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1828800" y="6210300"/>
              <a:ext cx="548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/>
              <a:r>
                <a:rPr lang="en-US" sz="2400" smtClean="0"/>
                <a:t>BKT-217</a:t>
              </a:r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49291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1828800" y="685800"/>
            <a:ext cx="5486400" cy="5867400"/>
            <a:chOff x="1828800" y="685800"/>
            <a:chExt cx="5486400" cy="5867400"/>
          </a:xfrm>
        </p:grpSpPr>
        <p:pic>
          <p:nvPicPr>
            <p:cNvPr id="2" name="Picture 1" descr="BKT-231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00" y="685800"/>
              <a:ext cx="5486400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1828800" y="6210300"/>
              <a:ext cx="548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/>
              <a:r>
                <a:rPr lang="en-US" sz="2400" smtClean="0"/>
                <a:t>BKT-231</a:t>
              </a:r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0659760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1828800" y="685800"/>
            <a:ext cx="5486400" cy="5867400"/>
            <a:chOff x="1828800" y="685800"/>
            <a:chExt cx="5486400" cy="5867400"/>
          </a:xfrm>
        </p:grpSpPr>
        <p:pic>
          <p:nvPicPr>
            <p:cNvPr id="2" name="Picture 1" descr="BKT-232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00" y="685800"/>
              <a:ext cx="5486400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1828800" y="6210300"/>
              <a:ext cx="548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/>
              <a:r>
                <a:rPr lang="en-US" sz="2400" smtClean="0"/>
                <a:t>BKT-232</a:t>
              </a:r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6215108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1828800" y="685800"/>
            <a:ext cx="5486400" cy="5867400"/>
            <a:chOff x="1828800" y="685800"/>
            <a:chExt cx="5486400" cy="5867400"/>
          </a:xfrm>
        </p:grpSpPr>
        <p:pic>
          <p:nvPicPr>
            <p:cNvPr id="2" name="Picture 1" descr="BKT-237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00" y="685800"/>
              <a:ext cx="5486400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1828800" y="6210300"/>
              <a:ext cx="548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/>
              <a:r>
                <a:rPr lang="en-US" sz="2400" smtClean="0"/>
                <a:t>BKT-237</a:t>
              </a:r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7065028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1828800" y="685800"/>
            <a:ext cx="5486400" cy="5867400"/>
            <a:chOff x="1828800" y="685800"/>
            <a:chExt cx="5486400" cy="5867400"/>
          </a:xfrm>
        </p:grpSpPr>
        <p:pic>
          <p:nvPicPr>
            <p:cNvPr id="2" name="Picture 1" descr="BKT-238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00" y="685800"/>
              <a:ext cx="5486400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1828800" y="6210300"/>
              <a:ext cx="548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/>
              <a:r>
                <a:rPr lang="en-US" sz="2400" smtClean="0"/>
                <a:t>BKT-238</a:t>
              </a:r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20383639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1828800" y="685800"/>
            <a:ext cx="5486400" cy="5867400"/>
            <a:chOff x="1828800" y="685800"/>
            <a:chExt cx="5486400" cy="5867400"/>
          </a:xfrm>
        </p:grpSpPr>
        <p:pic>
          <p:nvPicPr>
            <p:cNvPr id="2" name="Picture 1" descr="BKT-241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00" y="685800"/>
              <a:ext cx="5486400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1828800" y="6210300"/>
              <a:ext cx="548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/>
              <a:r>
                <a:rPr lang="en-US" sz="2400" smtClean="0"/>
                <a:t>BKT-241</a:t>
              </a:r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27838184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1828800" y="685800"/>
            <a:ext cx="5486400" cy="5867400"/>
            <a:chOff x="1828800" y="685800"/>
            <a:chExt cx="5486400" cy="5867400"/>
          </a:xfrm>
        </p:grpSpPr>
        <p:pic>
          <p:nvPicPr>
            <p:cNvPr id="2" name="Picture 1" descr="BKT-305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00" y="685800"/>
              <a:ext cx="5486400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1828800" y="6210300"/>
              <a:ext cx="548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/>
              <a:r>
                <a:rPr lang="en-US" sz="2400" smtClean="0"/>
                <a:t>BKT-305</a:t>
              </a:r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26654115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1828800" y="685800"/>
            <a:ext cx="5486400" cy="5867400"/>
            <a:chOff x="1828800" y="685800"/>
            <a:chExt cx="5486400" cy="5867400"/>
          </a:xfrm>
        </p:grpSpPr>
        <p:pic>
          <p:nvPicPr>
            <p:cNvPr id="2" name="Picture 1" descr="BKT-313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00" y="685800"/>
              <a:ext cx="5486400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1828800" y="6210300"/>
              <a:ext cx="548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/>
              <a:r>
                <a:rPr lang="en-US" sz="2400" smtClean="0"/>
                <a:t>BKT-313</a:t>
              </a:r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5467278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1828800" y="685800"/>
            <a:ext cx="5486400" cy="5867400"/>
            <a:chOff x="1828800" y="685800"/>
            <a:chExt cx="5486400" cy="5867400"/>
          </a:xfrm>
        </p:grpSpPr>
        <p:pic>
          <p:nvPicPr>
            <p:cNvPr id="2" name="Picture 1" descr="BKT-315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00" y="685800"/>
              <a:ext cx="5486400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1828800" y="6210300"/>
              <a:ext cx="548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/>
              <a:r>
                <a:rPr lang="en-US" sz="2400" smtClean="0"/>
                <a:t>BKT-315</a:t>
              </a:r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23356636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1828800" y="685800"/>
            <a:ext cx="5486400" cy="5867400"/>
            <a:chOff x="1828800" y="685800"/>
            <a:chExt cx="5486400" cy="5867400"/>
          </a:xfrm>
        </p:grpSpPr>
        <p:pic>
          <p:nvPicPr>
            <p:cNvPr id="2" name="Picture 1" descr="BKT-317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00" y="685800"/>
              <a:ext cx="5486400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1828800" y="6210300"/>
              <a:ext cx="548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/>
              <a:r>
                <a:rPr lang="en-US" sz="2400" smtClean="0"/>
                <a:t>BKT-317</a:t>
              </a:r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8209035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1828800" y="685800"/>
            <a:ext cx="5486400" cy="5867400"/>
            <a:chOff x="1828800" y="685800"/>
            <a:chExt cx="5486400" cy="5867400"/>
          </a:xfrm>
        </p:grpSpPr>
        <p:pic>
          <p:nvPicPr>
            <p:cNvPr id="2" name="Picture 1" descr="BKT-318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00" y="685800"/>
              <a:ext cx="5486400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1828800" y="6210300"/>
              <a:ext cx="548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/>
              <a:r>
                <a:rPr lang="en-US" sz="2400" smtClean="0"/>
                <a:t>BKT-318</a:t>
              </a:r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25878053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1828800" y="685800"/>
            <a:ext cx="5486400" cy="5867400"/>
            <a:chOff x="1828800" y="685800"/>
            <a:chExt cx="5486400" cy="5867400"/>
          </a:xfrm>
        </p:grpSpPr>
        <p:pic>
          <p:nvPicPr>
            <p:cNvPr id="2" name="Picture 1" descr="BKT-319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00" y="685800"/>
              <a:ext cx="5486400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1828800" y="6210300"/>
              <a:ext cx="548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/>
              <a:r>
                <a:rPr lang="en-US" sz="2400" smtClean="0"/>
                <a:t>BKT-319</a:t>
              </a:r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4056028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1828800" y="685800"/>
            <a:ext cx="5486400" cy="5867400"/>
            <a:chOff x="1828800" y="685800"/>
            <a:chExt cx="5486400" cy="5867400"/>
          </a:xfrm>
        </p:grpSpPr>
        <p:pic>
          <p:nvPicPr>
            <p:cNvPr id="2" name="Picture 1" descr="BKT-320-A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00" y="685800"/>
              <a:ext cx="5486400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1828800" y="6210300"/>
              <a:ext cx="548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/>
              <a:r>
                <a:rPr lang="en-US" sz="2400" smtClean="0"/>
                <a:t>BKT-320-A</a:t>
              </a:r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5754283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1828800" y="685800"/>
            <a:ext cx="5486400" cy="5867400"/>
            <a:chOff x="1828800" y="685800"/>
            <a:chExt cx="5486400" cy="5867400"/>
          </a:xfrm>
        </p:grpSpPr>
        <p:pic>
          <p:nvPicPr>
            <p:cNvPr id="2" name="Picture 1" descr="BKT-320-B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00" y="685800"/>
              <a:ext cx="5486400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1828800" y="6210300"/>
              <a:ext cx="548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/>
              <a:r>
                <a:rPr lang="en-US" sz="2400" smtClean="0"/>
                <a:t>BKT-320-B</a:t>
              </a:r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8101298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 noGrp="1" noUngrp="1" noChangeAspect="1"/>
          </p:cNvGrpSpPr>
          <p:nvPr/>
        </p:nvGrpSpPr>
        <p:grpSpPr>
          <a:xfrm>
            <a:off x="1828800" y="685800"/>
            <a:ext cx="5486400" cy="5867400"/>
            <a:chOff x="1828800" y="685800"/>
            <a:chExt cx="5486400" cy="5867400"/>
          </a:xfrm>
        </p:grpSpPr>
        <p:pic>
          <p:nvPicPr>
            <p:cNvPr id="2" name="Picture 1" descr="BKT-321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00" y="685800"/>
              <a:ext cx="5486400" cy="548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/>
            <p:cNvSpPr/>
            <p:nvPr/>
          </p:nvSpPr>
          <p:spPr>
            <a:xfrm>
              <a:off x="1828800" y="6210300"/>
              <a:ext cx="548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85000" lnSpcReduction="20000"/>
            </a:bodyPr>
            <a:lstStyle/>
            <a:p>
              <a:pPr algn="ctr"/>
              <a:r>
                <a:rPr lang="en-US" sz="2400" smtClean="0"/>
                <a:t>BKT-321</a:t>
              </a:r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5627871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600200"/>
            <a:ext cx="3657600" cy="365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76600" y="586740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BKT-322-1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7963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600200"/>
            <a:ext cx="3657600" cy="365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52800" y="5715000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BKT-323-1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9854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600200"/>
            <a:ext cx="3657600" cy="365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0" y="563880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   BKT-329-B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5662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ackTie">
  <a:themeElements>
    <a:clrScheme name="BlackTie">
      <a:dk1>
        <a:srgbClr val="000000"/>
      </a:dk1>
      <a:lt1>
        <a:srgbClr val="FFFFFF"/>
      </a:lt1>
      <a:dk2>
        <a:srgbClr val="46464A"/>
      </a:dk2>
      <a:lt2>
        <a:srgbClr val="E3DCCF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BlackTie">
      <a:maj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BlackTie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20000"/>
              </a:schemeClr>
            </a:gs>
            <a:gs pos="30000">
              <a:schemeClr val="phClr">
                <a:tint val="61000"/>
                <a:satMod val="220000"/>
              </a:schemeClr>
            </a:gs>
            <a:gs pos="45000">
              <a:schemeClr val="phClr">
                <a:tint val="66000"/>
                <a:satMod val="240000"/>
              </a:schemeClr>
            </a:gs>
            <a:gs pos="55000">
              <a:schemeClr val="phClr">
                <a:tint val="66000"/>
                <a:satMod val="220000"/>
              </a:schemeClr>
            </a:gs>
            <a:gs pos="73000">
              <a:schemeClr val="phClr">
                <a:tint val="61000"/>
                <a:satMod val="220000"/>
              </a:schemeClr>
            </a:gs>
            <a:gs pos="100000">
              <a:schemeClr val="phClr">
                <a:tint val="45000"/>
                <a:satMod val="22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  <a:satMod val="110000"/>
              </a:schemeClr>
            </a:gs>
            <a:gs pos="30000">
              <a:schemeClr val="phClr">
                <a:shade val="90000"/>
                <a:satMod val="120000"/>
              </a:schemeClr>
            </a:gs>
            <a:gs pos="45000">
              <a:schemeClr val="phClr">
                <a:shade val="100000"/>
                <a:satMod val="128000"/>
              </a:schemeClr>
            </a:gs>
            <a:gs pos="55000">
              <a:schemeClr val="phClr">
                <a:shade val="100000"/>
                <a:satMod val="128000"/>
              </a:schemeClr>
            </a:gs>
            <a:gs pos="73000">
              <a:schemeClr val="phClr">
                <a:shade val="90000"/>
                <a:satMod val="120000"/>
              </a:schemeClr>
            </a:gs>
            <a:gs pos="100000">
              <a:schemeClr val="phClr">
                <a:shade val="63000"/>
                <a:satMod val="110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190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7150" dist="38100" dir="5400000" algn="br" rotWithShape="0">
              <a:srgbClr val="000000">
                <a:alpha val="5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1800000"/>
            </a:lightRig>
          </a:scene3d>
          <a:sp3d>
            <a:bevelT w="44450" h="31750" prst="coolSlant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20000"/>
              </a:schemeClr>
            </a:duotone>
          </a:blip>
          <a:stretch/>
        </a:blip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30000"/>
                <a:satMod val="255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Black Tie</Template>
  <TotalTime>21</TotalTime>
  <Words>45</Words>
  <Application>Microsoft Office PowerPoint</Application>
  <PresentationFormat>On-screen Show (4:3)</PresentationFormat>
  <Paragraphs>39</Paragraphs>
  <Slides>38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BlackTie</vt:lpstr>
      <vt:lpstr>COLLECTION OF BASKEts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COLLECTION OF BASKETS</dc:title>
  <dc:creator>Admin</dc:creator>
  <cp:lastModifiedBy>user</cp:lastModifiedBy>
  <cp:revision>5</cp:revision>
  <dcterms:created xsi:type="dcterms:W3CDTF">2019-05-16T05:33:19Z</dcterms:created>
  <dcterms:modified xsi:type="dcterms:W3CDTF">2020-06-09T07:21:20Z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2647979</vt:lpwstr>
  </property>
  <property fmtid="{D5CDD505-2E9C-101B-9397-08002B2CF9AE}" pid="3" name="NXPowerLiteSettings">
    <vt:lpwstr>C7000400038000</vt:lpwstr>
  </property>
  <property fmtid="{D5CDD505-2E9C-101B-9397-08002B2CF9AE}" pid="4" name="NXPowerLiteVersion">
    <vt:lpwstr>S9.0.1</vt:lpwstr>
  </property>
</Properties>
</file>